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DF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B4D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80960" y="3291840"/>
            <a:ext cx="2194560" cy="2194560"/>
          </a:xfrm>
          <a:prstGeom prst="ellipse">
            <a:avLst/>
          </a:prstGeom>
          <a:solidFill>
            <a:srgbClr val="2EE6A6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LITECERT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credentials,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forever.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Cardano-native certificate infrastructure for institutions,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graduates, and employers — issue once, verify anywhere.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Mwihoti  ·  Founder &amp; CEO  ·  Nairobi, Kenya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 ·  DraperU × Cardano Pre-Accelerator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 are still easy to fake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hard to trust.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1188720"/>
          </a:xfrm>
          <a:prstGeom prst="rect">
            <a:avLst/>
          </a:prstGeom>
          <a:solidFill>
            <a:srgbClr val="1B4D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forgeries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and PDF certificates are routinely fabricated. Employers and universities waste time on manual checks.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83080"/>
            <a:ext cx="91440" cy="1188720"/>
          </a:xfrm>
          <a:prstGeom prst="rect">
            <a:avLst/>
          </a:prstGeom>
          <a:solidFill>
            <a:srgbClr val="1B4D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databases fail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portals go offline, change URLs, or get compromised. Verification depends on a single institution's systems.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91440" cy="1188720"/>
          </a:xfrm>
          <a:prstGeom prst="rect">
            <a:avLst/>
          </a:prstGeom>
          <a:solidFill>
            <a:srgbClr val="1B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expensive checks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checks and transcript requests take days or weeks — especially across borders and for African talent globally.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108960"/>
            <a:ext cx="91440" cy="1188720"/>
          </a:xfrm>
          <a:prstGeom prst="rect">
            <a:avLst/>
          </a:prstGeom>
          <a:solidFill>
            <a:srgbClr val="0F9F6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tension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Holders shouldn't dump full personal records on a public chain. Verifiers still need cryptographic proof of authenticity.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LiteCert: issue once. Verify forever.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Cardano-native infrastructure that lets institutions mint tamper-proof certificate NFTs and lets anyone verify authenticity in seconds — without trusting a central database.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0B1426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40280"/>
            <a:ext cx="777240" cy="777240"/>
          </a:xfrm>
          <a:prstGeom prst="ellipse">
            <a:avLst/>
          </a:prstGeom>
          <a:solidFill>
            <a:srgbClr val="1B4DFF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Wallet-connected issuance, batch Excel upload, logos, revocation, issuer archive copies.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0B14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2240280"/>
            <a:ext cx="777240" cy="777240"/>
          </a:xfrm>
          <a:prstGeom prst="ellipse">
            <a:avLst/>
          </a:prstGeom>
          <a:solidFill>
            <a:srgbClr val="1B4D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public verify link or receive the official certificate NFT in their Cardano wallet.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0B14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2240280"/>
            <a:ext cx="777240" cy="777240"/>
          </a:xfrm>
          <a:prstGeom prst="ellipse">
            <a:avLst/>
          </a:prstGeom>
          <a:solidFill>
            <a:srgbClr val="1B4D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public verification by certificate number or unique ID — valid, revoked, or expired.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issuance to verification in five steps.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60020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job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creates a durable issuance job in Neon Postgres.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01952" y="2606040"/>
            <a:ext cx="256032" cy="201168"/>
          </a:xfrm>
          <a:prstGeom prst="rightArrow">
            <a:avLst/>
          </a:prstGeom>
          <a:solidFill>
            <a:srgbClr val="3D6BFF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417320"/>
            <a:ext cx="160020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1600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NFT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SVG pinned to IPFS; CIP-721 NFT minted on Cardano.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39312" y="2606040"/>
            <a:ext cx="256032" cy="201168"/>
          </a:xfrm>
          <a:prstGeom prst="rightArrow">
            <a:avLst/>
          </a:prstGeom>
          <a:solidFill>
            <a:srgbClr val="3D6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1417320"/>
            <a:ext cx="160020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1600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hash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hashes &amp; IDs go on-chain — not raw personal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76672" y="2606040"/>
            <a:ext cx="256032" cy="201168"/>
          </a:xfrm>
          <a:prstGeom prst="rightArrow">
            <a:avLst/>
          </a:prstGeom>
          <a:solidFill>
            <a:srgbClr val="3D6B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1417320"/>
            <a:ext cx="160020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600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verify link or transfer official NFT to holder wallet.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14032" y="2606040"/>
            <a:ext cx="256032" cy="201168"/>
          </a:xfrm>
          <a:prstGeom prst="rightArrow">
            <a:avLst/>
          </a:prstGeom>
          <a:solidFill>
            <a:srgbClr val="3D6B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1417320"/>
            <a:ext cx="160020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1600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0664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checks status against app record + Cardano anchor.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MVP built for real institutional workflows.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0B14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portal + batch Excel issuance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NFT mint (CIP-721 + IPFS image)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verify by cert # or unique 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issuance jobs (idempotent recovery)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transfer + issuer archive copy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path (app + optional Aiken registry)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ZK privacy layer (in progress)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Neon Postgres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MeshSDK · Blockfrost · CIP-721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registry · Midnight Compact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Pinata / IPFS for NFT images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certified-chain.vercel.app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CARDANO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credentials that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outlast institutions.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fees at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issue thousands of certificates. Cardano keeps per-credential cost practical.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public record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and IDs settle on a reliable L1 — verification doesn't die with a vendor portal.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with Midnight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validity, credential type, or non-expiry with ZK — without dumping PII on-chain.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154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Africa fit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talent and education need portable proof. Cardano's global, open network matches that.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&amp; workforce credentials are a global trust gap.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Africa-first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universities, bootcamps &amp; training orgs in Kenya expanding regionally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 + HR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Buyers: institutions that issue at volume; value for employers who must verify fast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verify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&amp; cross-border hiring need portable proof employers can trust in seconds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B142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start with education &amp; professional training issuers in Kenya → expand to employers and multi-country networks. Monetize per certificate + institution SaaS, not token speculation.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B2B pricing. No token required to start.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Pay-as-you-issue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delivery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pilots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0B1426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25880"/>
            <a:ext cx="2697480" cy="109728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volume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issuance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logos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tools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workflows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ZK proofs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Pre-seed. Product-first. Honest status.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0B14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E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to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0B142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E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Pre-rev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0B142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E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on Vercel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28016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0B14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E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951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team, Nairobi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 (not vaporware)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32918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flow: institution issue → Cardano NFT/hash → public verify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Production-oriented stack: Neon, durable issuance jobs, CIP-721 NFTs, IPFS images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roadmap: Midnight ZK circuits for selective disclosure (validity, type, non-expiry)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paid pilots with education/training institutions in Kenya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B4D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builders in Nairobi. Cardano-native.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508760"/>
            <a:ext cx="960120" cy="960120"/>
          </a:xfrm>
          <a:prstGeom prst="ellipse">
            <a:avLst/>
          </a:prstGeom>
          <a:solidFill>
            <a:srgbClr val="1B4DF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Mwihoti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/ Web3. Ships production SaaS &amp; Cardano products (MeshSDK, CIP-721, Aiken, Midnight). Ambassador, Blockchain Centre NBO. Product + on-chain architecture for LiteCert.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1508760"/>
            <a:ext cx="960120" cy="96012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606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APIs, data models, and institution workflows. Cardano community contributor; volunteered at Cardano Tech Summit.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B1426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1508760"/>
            <a:ext cx="960120" cy="96012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508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portal and verification UX so non-crypto users — registrars, employers, graduates — can issue and verify without friction.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D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B4D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Genesis to turn a live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Cardano MVP into a company.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building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in Silicon Valley: GTM, pilots, narrative, fundraising readiness.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404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Mentors, Draper VCs, Cardano ecosystem intros, demo 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up to $20k investment offer from Draper Dragon.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54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product, Cardano depth, Nairobi execution, visa-ready founder.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LITECERT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issue trust on Cardano.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Mwihoti  ·  Founder &amp; CEO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danielmwihoti@gmail.com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linkedin.com/in/daniel-mwihoti-3aaa652b9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x.com/mwihotii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certified-chain.vercel.app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Nairobi, Kenya  ·  Genesis DraperU × Cardano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LiteCert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LiteCert — Pitch Deck</dc:title>
  <dc:subject>Genesis | DraperU x Cardano Pre-Accelerator</dc:subject>
  <dc:creator>Daniel Mwihoti</dc:creator>
  <cp:lastModifiedBy>Daniel Mwihoti</cp:lastModifiedBy>
  <cp:revision>1</cp:revision>
  <dcterms:created xsi:type="dcterms:W3CDTF">2026-07-13T10:21:35Z</dcterms:created>
  <dcterms:modified xsi:type="dcterms:W3CDTF">2026-07-13T10:21:35Z</dcterms:modified>
</cp:coreProperties>
</file>